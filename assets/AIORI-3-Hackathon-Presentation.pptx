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6858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3D8E8"/>
                </a:solidFill>
                <a:latin typeface="Aptos"/>
              </a:rPr>
              <a:t>AIORI-3 HACKATHON  |  PS007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90372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EFF6FF"/>
                </a:solidFill>
                <a:latin typeface="Aptos"/>
              </a:rPr>
              <a:t>Privacy-Aware IPv6 IoT Security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364992"/>
            <a:ext cx="6675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65E6B1"/>
                </a:solidFill>
                <a:latin typeface="Aptos"/>
              </a:rPr>
              <a:t>Across Address Rotation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407408"/>
            <a:ext cx="6675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FF6FF"/>
                </a:solidFill>
                <a:latin typeface="Aptos"/>
              </a:rPr>
              <a:t>Last Minute Coders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892040"/>
            <a:ext cx="6675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CB0C8"/>
                </a:solidFill>
                <a:latin typeface="Aptos"/>
              </a:rPr>
              <a:t>Akrit Goyal  ·  Vedika Pathak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504688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Faculty Mentor: Sachin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143000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3D8E8"/>
                </a:solidFill>
                <a:latin typeface="Apto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627632"/>
            <a:ext cx="30175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EFF6FF"/>
                </a:solidFill>
                <a:latin typeface="Aptos"/>
              </a:rPr>
              <a:t>A3-PS007-TC236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7" y="2560320"/>
            <a:ext cx="3154680" cy="105156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19" y="2761488"/>
            <a:ext cx="54864" cy="649224"/>
          </a:xfrm>
          <a:prstGeom prst="rect">
            <a:avLst/>
          </a:prstGeom>
          <a:solidFill>
            <a:srgbClr val="53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724912"/>
            <a:ext cx="262432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3218687"/>
            <a:ext cx="2624328" cy="256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Repeated IPv6 address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7" y="3794760"/>
            <a:ext cx="3154680" cy="105156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19" y="3995928"/>
            <a:ext cx="54864" cy="649224"/>
          </a:xfrm>
          <a:prstGeom prst="rect">
            <a:avLst/>
          </a:prstGeom>
          <a:solidFill>
            <a:srgbClr val="65E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05088" y="3959352"/>
            <a:ext cx="262432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453128"/>
            <a:ext cx="2624328" cy="256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Pseudonymous operator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806440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CB0C8"/>
                </a:solidFill>
                <a:latin typeface="Aptos"/>
              </a:rPr>
              <a:t>AIORI-3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8961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3D8E8"/>
                </a:solidFill>
                <a:latin typeface="Aptos"/>
              </a:rPr>
              <a:t>AIORI-3  /  LAST MINUTE CODERS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5603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CB0C8"/>
                </a:solidFill>
                <a:latin typeface="Aptos"/>
              </a:rPr>
              <a:t>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FF6FF"/>
                </a:solidFill>
                <a:latin typeface="Aptos"/>
              </a:rPr>
              <a:t>The monitoring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CB0C8"/>
                </a:solidFill>
                <a:latin typeface="Aptos"/>
              </a:rPr>
              <a:t>IPv6 privacy rotation is useful, but it can make suspicious behavior harder to correlate.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CB0C8"/>
                </a:solidFill>
                <a:latin typeface="Aptos"/>
              </a:rPr>
              <a:t>PRIVACY-AWARE IPv6 IoT SECURITY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28816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3D8E8"/>
                </a:solidFill>
                <a:latin typeface="Aptos"/>
              </a:rPr>
              <a:t>AIORI-3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3429000" cy="155448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2167128"/>
            <a:ext cx="54864" cy="1152144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30552"/>
            <a:ext cx="289864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Addresses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24328"/>
            <a:ext cx="2898648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IoT devices may use changing IPv6 addresses as networks and privacy settings evolve.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65960"/>
            <a:ext cx="3429000" cy="155448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53712" y="2167128"/>
            <a:ext cx="54864" cy="1152144"/>
          </a:xfrm>
          <a:prstGeom prst="rect">
            <a:avLst/>
          </a:prstGeom>
          <a:solidFill>
            <a:srgbClr val="53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130552"/>
            <a:ext cx="289864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Correlation gets harder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624328"/>
            <a:ext cx="2898648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Monitoring that assumes a stable address can miss a repeated change pattern.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65960"/>
            <a:ext cx="3429000" cy="155448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1" y="2167128"/>
            <a:ext cx="54864" cy="1152144"/>
          </a:xfrm>
          <a:prstGeom prst="rect">
            <a:avLst/>
          </a:prstGeom>
          <a:solidFill>
            <a:srgbClr val="FF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130552"/>
            <a:ext cx="289864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Raw data adds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624328"/>
            <a:ext cx="2898648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Full device identifiers and addresses can expose sensitive operational details.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69080"/>
            <a:ext cx="10835640" cy="123444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24528"/>
            <a:ext cx="1024128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65E6B1"/>
                </a:solidFill>
                <a:latin typeface="Aptos"/>
              </a:rPr>
              <a:t>Our design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99432"/>
            <a:ext cx="10195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FF6FF"/>
                </a:solidFill>
                <a:latin typeface="Aptos"/>
              </a:rPr>
              <a:t>Detect repeated IPv6 changes while limiting identity and address details in operator-facing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8961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3D8E8"/>
                </a:solidFill>
                <a:latin typeface="Aptos"/>
              </a:rPr>
              <a:t>AIORI-3  /  LAST MINUTE CODERS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5603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CB0C8"/>
                </a:solidFill>
                <a:latin typeface="Aptos"/>
              </a:rP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FF6FF"/>
                </a:solidFill>
                <a:latin typeface="Aptos"/>
              </a:rPr>
              <a:t>The prototype: correlate privately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CB0C8"/>
                </a:solidFill>
                <a:latin typeface="Aptos"/>
              </a:rPr>
              <a:t>A lightweight event-to-alert workflow for a clear, repeatable hackathon demonstration.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CB0C8"/>
                </a:solidFill>
                <a:latin typeface="Aptos"/>
              </a:rPr>
              <a:t>PRIVACY-AWARE IPv6 IoT SECURITY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28816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3D8E8"/>
                </a:solidFill>
                <a:latin typeface="Aptos"/>
              </a:rPr>
              <a:t>AIORI-3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3337560" cy="14173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167128"/>
            <a:ext cx="54864" cy="1014984"/>
          </a:xfrm>
          <a:prstGeom prst="rect">
            <a:avLst/>
          </a:prstGeom>
          <a:solidFill>
            <a:srgbClr val="53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30552"/>
            <a:ext cx="280720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1. Ingest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24328"/>
            <a:ext cx="28072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FastAPI accepts a device ID, IPv6 address, event type, and network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65960"/>
            <a:ext cx="3337560" cy="14173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9431" y="2167128"/>
            <a:ext cx="54864" cy="1014984"/>
          </a:xfrm>
          <a:prstGeom prst="rect">
            <a:avLst/>
          </a:prstGeom>
          <a:solidFill>
            <a:srgbClr val="65E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130552"/>
            <a:ext cx="280720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2. Pseudonymize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24328"/>
            <a:ext cx="28072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HMAC-based keys correlate the device and address fingerprint.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965960"/>
            <a:ext cx="3337560" cy="14173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167128"/>
            <a:ext cx="54864" cy="1014984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130552"/>
            <a:ext cx="280720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3. Flag 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24328"/>
            <a:ext cx="28072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Two or more consecutive address changes in 15 minutes create an alert.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274320" cy="0"/>
          </a:xfrm>
          <a:prstGeom prst="line">
            <a:avLst/>
          </a:prstGeom>
          <a:ln w="25400">
            <a:solidFill>
              <a:srgbClr val="53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2670048"/>
            <a:ext cx="274320" cy="0"/>
          </a:xfrm>
          <a:prstGeom prst="line">
            <a:avLst/>
          </a:prstGeom>
          <a:ln w="25400">
            <a:solidFill>
              <a:srgbClr val="53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3886200"/>
            <a:ext cx="10744200" cy="1417320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0690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3D8E8"/>
                </a:solidFill>
                <a:latin typeface="Aptos"/>
              </a:rPr>
              <a:t>OPERATOR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526280"/>
            <a:ext cx="100584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A partial pseudonym + severity + explainable alert. No raw device ID or full IPv6 address in summary/alert responses.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8961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3D8E8"/>
                </a:solidFill>
                <a:latin typeface="Aptos"/>
              </a:rPr>
              <a:t>AIORI-3  /  LAST MINUTE CODERS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5603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CB0C8"/>
                </a:solidFill>
                <a:latin typeface="Aptos"/>
              </a:rP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FF6FF"/>
                </a:solidFill>
                <a:latin typeface="Aptos"/>
              </a:rPr>
              <a:t>How the pieces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CB0C8"/>
                </a:solidFill>
                <a:latin typeface="Aptos"/>
              </a:rPr>
              <a:t>A small Python service keeps the demo deployable without external infrastructure.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CB0C8"/>
                </a:solidFill>
                <a:latin typeface="Aptos"/>
              </a:rPr>
              <a:t>PRIVACY-AWARE IPv6 IoT SECURITY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28816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3D8E8"/>
                </a:solidFill>
                <a:latin typeface="Aptos"/>
              </a:rPr>
              <a:t>AIORI-3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737360" cy="14173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15179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3D8E8"/>
                </a:solidFill>
                <a:latin typeface="Aptos"/>
              </a:rPr>
              <a:t>IoT / Demo
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CB0C8"/>
                </a:solidFill>
                <a:latin typeface="Aptos"/>
              </a:rPr>
              <a:t>Sample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606040"/>
            <a:ext cx="1737360" cy="14173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2788920"/>
            <a:ext cx="15179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5E6B1"/>
                </a:solidFill>
                <a:latin typeface="Aptos"/>
              </a:rPr>
              <a:t>FastAPI
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493008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CB0C8"/>
                </a:solidFill>
                <a:latin typeface="Aptos"/>
              </a:rPr>
              <a:t>POST /api/v1/events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606040"/>
            <a:ext cx="1737360" cy="14173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2788920"/>
            <a:ext cx="15179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C66D"/>
                </a:solidFill>
                <a:latin typeface="Aptos"/>
              </a:rPr>
              <a:t>Privacy +
Heuristics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93008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CB0C8"/>
                </a:solidFill>
                <a:latin typeface="Aptos"/>
              </a:rPr>
              <a:t>HMAC + rotation window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606040"/>
            <a:ext cx="1737360" cy="14173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8" y="2788920"/>
            <a:ext cx="15179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3D8E8"/>
                </a:solidFill>
                <a:latin typeface="Aptos"/>
              </a:rPr>
              <a:t>SQLite
Persistence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493008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CB0C8"/>
                </a:solidFill>
                <a:latin typeface="Aptos"/>
              </a:rPr>
              <a:t>Events + alert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606040"/>
            <a:ext cx="1737360" cy="14173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2367" y="2788920"/>
            <a:ext cx="1517904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5E6B1"/>
                </a:solidFill>
                <a:latin typeface="Aptos"/>
              </a:rPr>
              <a:t>Summary /
Alerts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493008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CB0C8"/>
                </a:solidFill>
                <a:latin typeface="Aptos"/>
              </a:rPr>
              <a:t>GET /summary, /alerts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32888" y="3310128"/>
            <a:ext cx="384048" cy="0"/>
          </a:xfrm>
          <a:prstGeom prst="line">
            <a:avLst/>
          </a:prstGeom>
          <a:ln w="25400">
            <a:solidFill>
              <a:srgbClr val="53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73168" y="3310128"/>
            <a:ext cx="384048" cy="0"/>
          </a:xfrm>
          <a:prstGeom prst="line">
            <a:avLst/>
          </a:prstGeom>
          <a:ln w="25400">
            <a:solidFill>
              <a:srgbClr val="53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13448" y="3310128"/>
            <a:ext cx="384048" cy="0"/>
          </a:xfrm>
          <a:prstGeom prst="line">
            <a:avLst/>
          </a:prstGeom>
          <a:ln w="25400">
            <a:solidFill>
              <a:srgbClr val="53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253728" y="3310128"/>
            <a:ext cx="384048" cy="0"/>
          </a:xfrm>
          <a:prstGeom prst="line">
            <a:avLst/>
          </a:prstGeom>
          <a:ln w="25400">
            <a:solidFill>
              <a:srgbClr val="53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46177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FF6FF"/>
                </a:solidFill>
                <a:latin typeface="Aptos"/>
              </a:rPr>
              <a:t>Python  |  FastAPI  |  SQLAlchemy  |  SQLite  |  Docker-ready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8961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3D8E8"/>
                </a:solidFill>
                <a:latin typeface="Aptos"/>
              </a:rPr>
              <a:t>AIORI-3  /  LAST MINUTE CODERS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5603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CB0C8"/>
                </a:solidFill>
                <a:latin typeface="Aptos"/>
              </a:rP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FF6FF"/>
                </a:solidFill>
                <a:latin typeface="Aptos"/>
              </a:rPr>
              <a:t>Live demo: from events to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CB0C8"/>
                </a:solidFill>
                <a:latin typeface="Aptos"/>
              </a:rPr>
              <a:t>Use documentation-only IPv6 addresses (2001:db8::/32) and a fresh demo database.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CB0C8"/>
                </a:solidFill>
                <a:latin typeface="Aptos"/>
              </a:rPr>
              <a:t>PRIVACY-AWARE IPv6 IoT SECURITY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28816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3D8E8"/>
                </a:solidFill>
                <a:latin typeface="Aptos"/>
              </a:rPr>
              <a:t>AIORI-3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86000"/>
            <a:ext cx="2423160" cy="16459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487168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3D8E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8036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FF6FF"/>
                </a:solidFill>
                <a:latin typeface="Aptos"/>
              </a:rPr>
              <a:t>Start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33756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Check /health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46120" y="3108960"/>
            <a:ext cx="292608" cy="0"/>
          </a:xfrm>
          <a:prstGeom prst="line">
            <a:avLst/>
          </a:prstGeom>
          <a:ln w="25400">
            <a:solidFill>
              <a:srgbClr val="53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11880" y="2286000"/>
            <a:ext cx="2423160" cy="16459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2487168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3D8E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288036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FF6FF"/>
                </a:solidFill>
                <a:latin typeface="Aptos"/>
              </a:rPr>
              <a:t>Send event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33756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2001:db8:1::1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108960"/>
            <a:ext cx="292608" cy="0"/>
          </a:xfrm>
          <a:prstGeom prst="line">
            <a:avLst/>
          </a:prstGeom>
          <a:ln w="25400">
            <a:solidFill>
              <a:srgbClr val="53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46520" y="2286000"/>
            <a:ext cx="2423160" cy="16459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3D8E8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FF6FF"/>
                </a:solidFill>
                <a:latin typeface="Aptos"/>
              </a:rPr>
              <a:t>Rotate twice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333756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::2, then ::3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15400" y="3108960"/>
            <a:ext cx="292608" cy="0"/>
          </a:xfrm>
          <a:prstGeom prst="line">
            <a:avLst/>
          </a:prstGeom>
          <a:ln w="25400">
            <a:solidFill>
              <a:srgbClr val="53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81160" y="2286000"/>
            <a:ext cx="2423160" cy="164592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82328" y="2487168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3D8E8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88036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FF6FF"/>
                </a:solidFill>
                <a:latin typeface="Aptos"/>
              </a:rPr>
              <a:t>Review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33756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/api/v1/summary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0927080" cy="96012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59028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5E6B1"/>
                </a:solidFill>
                <a:latin typeface="Aptos"/>
              </a:rPr>
              <a:t>Expected behavior: after two distinct address changes in the 15-minute window, the API returns a medium-severity rotation alert.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8961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3D8E8"/>
                </a:solidFill>
                <a:latin typeface="Aptos"/>
              </a:rPr>
              <a:t>AIORI-3  /  LAST MINUTE CODERS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5603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CB0C8"/>
                </a:solidFill>
                <a:latin typeface="Aptos"/>
              </a:rP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FF6FF"/>
                </a:solidFill>
                <a:latin typeface="Aptos"/>
              </a:rPr>
              <a:t>Privacy controls and honest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CB0C8"/>
                </a:solidFill>
                <a:latin typeface="Aptos"/>
              </a:rPr>
              <a:t>Privacy-aware does not mean the prototype never stores sensitive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CB0C8"/>
                </a:solidFill>
                <a:latin typeface="Aptos"/>
              </a:rPr>
              <a:t>PRIVACY-AWARE IPv6 IoT SECURITY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28816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3D8E8"/>
                </a:solidFill>
                <a:latin typeface="Aptos"/>
              </a:rPr>
              <a:t>AIORI-3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32588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029968"/>
            <a:ext cx="54864" cy="923544"/>
          </a:xfrm>
          <a:prstGeom prst="rect">
            <a:avLst/>
          </a:prstGeom>
          <a:solidFill>
            <a:srgbClr val="65E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993392"/>
            <a:ext cx="454456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What the API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87168"/>
            <a:ext cx="454456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Device IDs become HMAC pseudonyms. Summary and alert responses omit full IPv6 addresses.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074920" cy="132588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8231" y="2029968"/>
            <a:ext cx="54864" cy="923544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93392"/>
            <a:ext cx="454456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What is stored internally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487168"/>
            <a:ext cx="454456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The demo database retains raw IPv6 values alongside pseudonymous keys for event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40"/>
            <a:ext cx="5074920" cy="132588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" y="3721608"/>
            <a:ext cx="54864" cy="923544"/>
          </a:xfrm>
          <a:prstGeom prst="rect">
            <a:avLst/>
          </a:prstGeom>
          <a:solidFill>
            <a:srgbClr val="53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685032"/>
            <a:ext cx="454456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Prototype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178808"/>
            <a:ext cx="454456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Current detection is a transparent consecutive-address-change heuristic with a 15-minute window.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20440"/>
            <a:ext cx="5074920" cy="132588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28231" y="3721608"/>
            <a:ext cx="54864" cy="923544"/>
          </a:xfrm>
          <a:prstGeom prst="rect">
            <a:avLst/>
          </a:prstGeom>
          <a:solidFill>
            <a:srgbClr val="FF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685032"/>
            <a:ext cx="4544568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EFF6FF"/>
                </a:solidFill>
                <a:latin typeface="Aptos"/>
              </a:rPr>
              <a:t>Not yet implemented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178808"/>
            <a:ext cx="454456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CB0C8"/>
                </a:solidFill>
                <a:latin typeface="Aptos"/>
              </a:rPr>
              <a:t>Reconnect-loop and network-segment anomaly detection are future work, not current signals.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9CB0C8"/>
                </a:solidFill>
                <a:latin typeface="Aptos"/>
              </a:rPr>
              <a:t>Production use would require protected secrets, access controls, retention policies, and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8961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3D8E8"/>
                </a:solidFill>
                <a:latin typeface="Aptos"/>
              </a:rPr>
              <a:t>AIORI-3  /  LAST MINUTE CODERS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5603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CB0C8"/>
                </a:solidFill>
                <a:latin typeface="Aptos"/>
              </a:rPr>
              <a:t>07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FF6FF"/>
                </a:solidFill>
                <a:latin typeface="Aptos"/>
              </a:rPr>
              <a:t>Why it matters -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CB0C8"/>
                </a:solidFill>
                <a:latin typeface="Aptos"/>
              </a:rPr>
              <a:t>Make rotating IPv6 behavior easier to review without turning the prototype into a black box.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CB0C8"/>
                </a:solidFill>
                <a:latin typeface="Aptos"/>
              </a:rPr>
              <a:t>PRIVACY-AWARE IPv6 IoT SECURITY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28816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3D8E8"/>
                </a:solidFill>
                <a:latin typeface="Aptos"/>
              </a:rPr>
              <a:t>AIORI-3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03120"/>
            <a:ext cx="100584" cy="100584"/>
          </a:xfrm>
          <a:prstGeom prst="ellipse">
            <a:avLst/>
          </a:prstGeom>
          <a:solidFill>
            <a:srgbClr val="53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1965960"/>
            <a:ext cx="45171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FF6FF"/>
                </a:solidFill>
                <a:latin typeface="Aptos"/>
              </a:rPr>
              <a:t>Operator-readable reason for the alert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solidFill>
            <a:srgbClr val="65E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2624328"/>
            <a:ext cx="45171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FF6FF"/>
                </a:solidFill>
                <a:latin typeface="Aptos"/>
              </a:rPr>
              <a:t>Compact FastAPI + SQLite deployment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419856"/>
            <a:ext cx="100584" cy="100584"/>
          </a:xfrm>
          <a:prstGeom prst="ellipse">
            <a:avLst/>
          </a:prstGeom>
          <a:solidFill>
            <a:srgbClr val="53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3282696"/>
            <a:ext cx="45171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FF6FF"/>
                </a:solidFill>
                <a:latin typeface="Aptos"/>
              </a:rPr>
              <a:t>Pseudonymous correlation for demo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078224"/>
            <a:ext cx="100584" cy="100584"/>
          </a:xfrm>
          <a:prstGeom prst="ellipse">
            <a:avLst/>
          </a:prstGeom>
          <a:solidFill>
            <a:srgbClr val="65E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3941064"/>
            <a:ext cx="451713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FF6FF"/>
                </a:solidFill>
                <a:latin typeface="Aptos"/>
              </a:rPr>
              <a:t>Clear threshold that can be tuned and tested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874519"/>
            <a:ext cx="5166360" cy="3200400"/>
          </a:xfrm>
          <a:prstGeom prst="roundRect">
            <a:avLst/>
          </a:prstGeom>
          <a:solidFill>
            <a:srgbClr val="11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121408"/>
            <a:ext cx="4480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3D8E8"/>
                </a:solidFill>
                <a:latin typeface="Aptos"/>
              </a:rPr>
              <a:t>NEXT ITERATIONS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2834640"/>
            <a:ext cx="100584" cy="100584"/>
          </a:xfrm>
          <a:prstGeom prst="ellipse">
            <a:avLst/>
          </a:prstGeom>
          <a:solidFill>
            <a:srgbClr val="53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4264" y="2697480"/>
            <a:ext cx="42885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Add authenticated operator access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3337560"/>
            <a:ext cx="100584" cy="100584"/>
          </a:xfrm>
          <a:prstGeom prst="ellipse">
            <a:avLst/>
          </a:prstGeom>
          <a:solidFill>
            <a:srgbClr val="65E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3200400"/>
            <a:ext cx="42885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Define safe retention and deletion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3840480"/>
            <a:ext cx="100584" cy="100584"/>
          </a:xfrm>
          <a:prstGeom prst="ellipse">
            <a:avLst/>
          </a:prstGeom>
          <a:solidFill>
            <a:srgbClr val="53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4264" y="3703320"/>
            <a:ext cx="42885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Evaluate heuristics on representative data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4343400"/>
            <a:ext cx="100584" cy="100584"/>
          </a:xfrm>
          <a:prstGeom prst="ellipse">
            <a:avLst/>
          </a:prstGeom>
          <a:solidFill>
            <a:srgbClr val="65E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84264" y="4206240"/>
            <a:ext cx="428853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Explore reconnect and segment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57800"/>
            <a:ext cx="10424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5E6B1"/>
                </a:solidFill>
                <a:latin typeface="Aptos"/>
              </a:rPr>
              <a:t>A demonstrable starting point for privacy-aware IoT monitoring - not a claim of production readiness.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8961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3D8E8"/>
                </a:solidFill>
                <a:latin typeface="Aptos"/>
              </a:rPr>
              <a:t>AIORI-3  /  LAST MINUTE CODERS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5603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CB0C8"/>
                </a:solidFill>
                <a:latin typeface="Aptos"/>
              </a:rP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EFF6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CB0C8"/>
                </a:solidFill>
                <a:latin typeface="Aptos"/>
              </a:rPr>
              <a:t>Privacy-Aware IPv6 IoT Security Monitoring Across Address Rotation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8229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9CB0C8"/>
                </a:solidFill>
                <a:latin typeface="Aptos"/>
              </a:rPr>
              <a:t>PRIVACY-AWARE IPv6 IoT SECURITY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528816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53D8E8"/>
                </a:solidFill>
                <a:latin typeface="Aptos"/>
              </a:rPr>
              <a:t>AIORI-3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5852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Last Minute Coders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70632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9CB0C8"/>
                </a:solidFill>
                <a:latin typeface="Aptos"/>
              </a:rPr>
              <a:t>Akrit Goyal  ·  Vedika Pathak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73552"/>
            <a:ext cx="5486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CB0C8"/>
                </a:solidFill>
                <a:latin typeface="Aptos"/>
              </a:rPr>
              <a:t>Faculty Mentor: Sachin Kumar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874519"/>
            <a:ext cx="3977639" cy="2286000"/>
          </a:xfrm>
          <a:prstGeom prst="roundRect">
            <a:avLst/>
          </a:prstGeom>
          <a:solidFill>
            <a:srgbClr val="111F32"/>
          </a:solidFill>
          <a:ln w="12700">
            <a:solidFill>
              <a:srgbClr val="18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148840"/>
            <a:ext cx="3429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3D8E8"/>
                </a:solidFill>
                <a:latin typeface="Aptos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633472"/>
            <a:ext cx="3429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EFF6FF"/>
                </a:solidFill>
                <a:latin typeface="Aptos"/>
              </a:rPr>
              <a:t>A3-PS007-TC236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364992"/>
            <a:ext cx="3429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5E6B1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07492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CB0C8"/>
                </a:solidFill>
                <a:latin typeface="Aptos"/>
              </a:rPr>
              <a:t>Repository: github.com/goyalakrit-cyber/ps-007-privacy-aware-ipv6-iot-security-monitoring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Privacy-Aware IPv6 IoT Security Monitoring Across Address Rotation</dc:title>
  <dc:subject>AIORI-3 Hackathon presentation</dc:subject>
  <dc:creator>Last Minute Coders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